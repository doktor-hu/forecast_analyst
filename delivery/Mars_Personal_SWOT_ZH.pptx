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0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7410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
My value is not just building models; it is making the statistical forecast trusted enough to use. I can bring the statistical and data-product backbone from Tesla and Energyworx, then deliberately ramp on Mars category logic and E2Open. In the role, I would focus on three things: clean signals, explainable demand drivers, and weekly learning loops around accuracy, bias, MAPE and FVA. I am candid about my CPG ramp, but I manage that through stakeholder shadowing, exception reviews, and co-signed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32026"/>
          </a:solidFill>
          <a:ln w="12700">
            <a:solidFill>
              <a:srgbClr val="C320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3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SWOT  |  Mars Forecasting Analyst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57200" y="60350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50" b="1" dirty="0">
                <a:solidFill>
                  <a:srgbClr val="2B27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 would build a trusted forecast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475488" y="118872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6C66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statistical modelling to stakeholder sign-off: data quality, demand drivers, KPI learning loops, and clear actions.</a:t>
            </a:r>
            <a:endParaRPr lang="en-US" sz="1280" dirty="0"/>
          </a:p>
        </p:txBody>
      </p:sp>
      <p:pic>
        <p:nvPicPr>
          <p:cNvPr id="9" name="Image 0" descr="/mnt/data/ppt_extract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7793" y="389342"/>
            <a:ext cx="895631" cy="100225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3776" y="1627632"/>
            <a:ext cx="5394960" cy="1883664"/>
          </a:xfrm>
          <a:prstGeom prst="roundRect">
            <a:avLst>
              <a:gd name="adj" fmla="val 436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D4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" y="1645920"/>
            <a:ext cx="91440" cy="1847088"/>
          </a:xfrm>
          <a:prstGeom prst="rect">
            <a:avLst/>
          </a:prstGeom>
          <a:solidFill>
            <a:srgbClr val="1010A0"/>
          </a:solidFill>
          <a:ln w="12700">
            <a:solidFill>
              <a:srgbClr val="1010A0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18379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320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Strengths - evidence I bring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04672" y="2286000"/>
            <a:ext cx="4828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5+ yrs building forecasting &amp; analytics products in Python/SQL/R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and real data</a:t>
            </a: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Safety-stock scenarios for 240k+ EMEA parts; cost vs service-level trade-offs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Data to action</a:t>
            </a: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Bias, shortage and anomaly monitoring translated into planner actions</a:t>
            </a:r>
            <a:endParaRPr lang="en-US" sz="1270" dirty="0"/>
          </a:p>
        </p:txBody>
      </p:sp>
      <p:sp>
        <p:nvSpPr>
          <p:cNvPr id="14" name="Shape 11"/>
          <p:cNvSpPr/>
          <p:nvPr/>
        </p:nvSpPr>
        <p:spPr>
          <a:xfrm>
            <a:off x="6272784" y="1627632"/>
            <a:ext cx="5394960" cy="1883664"/>
          </a:xfrm>
          <a:prstGeom prst="roundRect">
            <a:avLst>
              <a:gd name="adj" fmla="val 436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D4C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72784" y="1645920"/>
            <a:ext cx="91440" cy="1847088"/>
          </a:xfrm>
          <a:prstGeom prst="rect">
            <a:avLst/>
          </a:prstGeom>
          <a:solidFill>
            <a:srgbClr val="F0B034"/>
          </a:solidFill>
          <a:ln w="12700">
            <a:solidFill>
              <a:srgbClr val="F0B034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47104" y="18379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0B03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Weaknesses - owned ramp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83680" y="2286000"/>
            <a:ext cx="4828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Snacks category intuition is still developing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to Sales</a:t>
            </a:r>
          </a:p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Advanced skills in 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270" b="1" dirty="0"/>
          </a:p>
        </p:txBody>
      </p:sp>
      <p:sp>
        <p:nvSpPr>
          <p:cNvPr id="18" name="Shape 15"/>
          <p:cNvSpPr/>
          <p:nvPr/>
        </p:nvSpPr>
        <p:spPr>
          <a:xfrm>
            <a:off x="493776" y="3794760"/>
            <a:ext cx="5394960" cy="1883664"/>
          </a:xfrm>
          <a:prstGeom prst="roundRect">
            <a:avLst>
              <a:gd name="adj" fmla="val 436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D4C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93776" y="3813048"/>
            <a:ext cx="91440" cy="1847088"/>
          </a:xfrm>
          <a:prstGeom prst="rect">
            <a:avLst/>
          </a:prstGeom>
          <a:solidFill>
            <a:srgbClr val="6E916A"/>
          </a:solidFill>
          <a:ln w="12700">
            <a:solidFill>
              <a:srgbClr val="6E916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" y="4005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E91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Opportunities - where I can add value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04672" y="4453128"/>
            <a:ext cx="4828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Skills in Agentic AI and 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machine learning </a:t>
            </a: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forecasting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Automation</a:t>
            </a: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with DB engineering and Airflow</a:t>
            </a:r>
          </a:p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dashboards </a:t>
            </a: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training to build users' “digital muscle”</a:t>
            </a:r>
            <a:endParaRPr lang="en-US" sz="1270" dirty="0"/>
          </a:p>
        </p:txBody>
      </p:sp>
      <p:sp>
        <p:nvSpPr>
          <p:cNvPr id="22" name="Shape 19"/>
          <p:cNvSpPr/>
          <p:nvPr/>
        </p:nvSpPr>
        <p:spPr>
          <a:xfrm>
            <a:off x="6272784" y="3794760"/>
            <a:ext cx="5394960" cy="1883664"/>
          </a:xfrm>
          <a:prstGeom prst="roundRect">
            <a:avLst>
              <a:gd name="adj" fmla="val 4369"/>
            </a:avLst>
          </a:prstGeom>
          <a:solidFill>
            <a:srgbClr val="FFFFFF">
              <a:alpha val="98000"/>
            </a:srgbClr>
          </a:solidFill>
          <a:ln w="12700">
            <a:solidFill>
              <a:srgbClr val="DDD4C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72784" y="3813048"/>
            <a:ext cx="91440" cy="1847088"/>
          </a:xfrm>
          <a:prstGeom prst="rect">
            <a:avLst/>
          </a:prstGeom>
          <a:solidFill>
            <a:srgbClr val="2B2729"/>
          </a:solidFill>
          <a:ln w="12700">
            <a:solidFill>
              <a:srgbClr val="2B2729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47104" y="4005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B27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Threats - risks I would control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583680" y="4453128"/>
            <a:ext cx="48280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Forecasts get overridden if not 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or explained (root cause)</a:t>
            </a:r>
            <a:endParaRPr lang="en-US" sz="1270" b="1" dirty="0"/>
          </a:p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Dirty signals </a:t>
            </a: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hide true demand and drive wrong actions</a:t>
            </a:r>
            <a:endParaRPr lang="en-US" sz="1270" dirty="0"/>
          </a:p>
          <a:p>
            <a:pPr marL="0" indent="0">
              <a:buNone/>
            </a:pPr>
            <a:r>
              <a:rPr lang="en-US" sz="1270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From dashboarding coding to </a:t>
            </a:r>
            <a:r>
              <a:rPr lang="en-US" sz="1270" b="1" dirty="0">
                <a:solidFill>
                  <a:srgbClr val="2B27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</a:t>
            </a:r>
            <a:endParaRPr lang="en-US" sz="1270" b="1" dirty="0"/>
          </a:p>
        </p:txBody>
      </p:sp>
      <p:sp>
        <p:nvSpPr>
          <p:cNvPr id="26" name="Shape 23"/>
          <p:cNvSpPr/>
          <p:nvPr/>
        </p:nvSpPr>
        <p:spPr>
          <a:xfrm>
            <a:off x="502920" y="6080760"/>
            <a:ext cx="11201400" cy="0"/>
          </a:xfrm>
          <a:prstGeom prst="line">
            <a:avLst/>
          </a:prstGeom>
          <a:noFill/>
          <a:ln w="12700">
            <a:solidFill>
              <a:srgbClr val="DDD4C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" y="6181344"/>
            <a:ext cx="9848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6C66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“My value is not just building models; it is making the statistical forecast trusted enough to use - with transparent drivers, KPI learning, and stakeholder sign-off.”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316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SWOT - Forecasting Analyst</dc:title>
  <dc:subject>Personal SWOT for Mars Forecasting Analyst interview</dc:subject>
  <dc:creator>OpenAI</dc:creator>
  <cp:lastModifiedBy>Zhongyang Hu</cp:lastModifiedBy>
  <cp:revision>4</cp:revision>
  <dcterms:created xsi:type="dcterms:W3CDTF">2026-06-10T21:23:37Z</dcterms:created>
  <dcterms:modified xsi:type="dcterms:W3CDTF">2026-06-10T22:40:12Z</dcterms:modified>
</cp:coreProperties>
</file>