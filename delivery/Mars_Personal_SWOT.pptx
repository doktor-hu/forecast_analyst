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6B8"/>
    <a:srgbClr val="0000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2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72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72A2A"/>
          </a:solidFill>
          <a:ln w="12700">
            <a:solidFill>
              <a:srgbClr val="B7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SWOT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F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 would show up as a Forecast Analyst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75488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between analytical discipline, stakeholder sign-off, and supply-chain pragmatism.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E4D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100584" cy="1874520"/>
          </a:xfrm>
          <a:prstGeom prst="rect">
            <a:avLst/>
          </a:prstGeom>
          <a:solidFill>
            <a:srgbClr val="00009F"/>
          </a:solidFill>
          <a:ln w="12700">
            <a:solidFill>
              <a:srgbClr val="0000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2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2221992"/>
            <a:ext cx="4572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messy demand signals into decisions</a:t>
            </a:r>
            <a:endParaRPr lang="en-US" sz="1100" dirty="0"/>
          </a:p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base, promo, and service effects</a:t>
            </a:r>
            <a:endParaRPr lang="en-US" sz="1100" dirty="0"/>
          </a:p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Translates Python analysis into Sales/Supply 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E4D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06372" y="1600200"/>
            <a:ext cx="100584" cy="1874520"/>
          </a:xfrm>
          <a:prstGeom prst="rect">
            <a:avLst/>
          </a:prstGeom>
          <a:solidFill>
            <a:srgbClr val="00D6B8"/>
          </a:solidFill>
          <a:ln w="12700">
            <a:solidFill>
              <a:srgbClr val="00D6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21606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B8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58182" y="2221992"/>
            <a:ext cx="4572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just"/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building Mars category and customer intuition</a:t>
            </a:r>
            <a:endParaRPr lang="en-US" sz="1100" dirty="0"/>
          </a:p>
          <a:p>
            <a:pPr algn="just"/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go deep in data before simplifying the story</a:t>
            </a:r>
            <a:endParaRPr lang="en-US" sz="1100" dirty="0"/>
          </a:p>
          <a:p>
            <a:pPr algn="just"/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align on decision first, then evidence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E4DD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950208"/>
            <a:ext cx="100584" cy="1874520"/>
          </a:xfrm>
          <a:prstGeom prst="rect">
            <a:avLst/>
          </a:prstGeom>
          <a:solidFill>
            <a:srgbClr val="7B9B6F"/>
          </a:solidFill>
          <a:ln w="12700">
            <a:solidFill>
              <a:srgbClr val="7B9B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133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9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" y="4572000"/>
            <a:ext cx="4572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clearer promo gates and forecast learning loops</a:t>
            </a:r>
            <a:endParaRPr lang="en-US" sz="1100" dirty="0"/>
          </a:p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dashboards to align Sales and Supply Chain faster</a:t>
            </a:r>
            <a:endParaRPr lang="en-US" sz="1100" dirty="0"/>
          </a:p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structured demand sensing into weekly routines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950208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E4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06372" y="3950208"/>
            <a:ext cx="100584" cy="1874520"/>
          </a:xfrm>
          <a:prstGeom prst="rect">
            <a:avLst/>
          </a:prstGeom>
          <a:solidFill>
            <a:srgbClr val="241F21"/>
          </a:solidFill>
          <a:ln w="12700">
            <a:solidFill>
              <a:srgbClr val="241F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58182" y="4160955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F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94758" y="4599867"/>
            <a:ext cx="4572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Lack of knowledge in supply chain for snacks/food</a:t>
            </a:r>
            <a:endParaRPr lang="en-US" sz="1100" dirty="0"/>
          </a:p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data-scientist to data analyst/demand analyst</a:t>
            </a:r>
            <a:endParaRPr lang="en-US" sz="1100" dirty="0"/>
          </a:p>
          <a:p>
            <a:r>
              <a:rPr lang="en-US" sz="1100" dirty="0">
                <a:solidFill>
                  <a:srgbClr val="241F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scenario sign-off plus weekly order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550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C62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track: I use data to create decision options people can sign. I am candid about uncertainty, but I turn it into clear gates and follow-up actions.</a:t>
            </a:r>
            <a:endParaRPr lang="en-US" sz="98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DB4C2E6-AD4D-4C9C-9154-D1DC1A70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608" y="2676046"/>
            <a:ext cx="1705737" cy="18899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156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Mars Interview Preparation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SWOT for Forecast Analyst Interview</dc:title>
  <dc:subject>Personal SWOT</dc:subject>
  <dc:creator>Forecast Analyst Candidate</dc:creator>
  <cp:lastModifiedBy>Zhongyang Hu</cp:lastModifiedBy>
  <cp:revision>3</cp:revision>
  <dcterms:created xsi:type="dcterms:W3CDTF">2026-06-10T20:26:14Z</dcterms:created>
  <dcterms:modified xsi:type="dcterms:W3CDTF">2026-06-10T21:19:37Z</dcterms:modified>
</cp:coreProperties>
</file>